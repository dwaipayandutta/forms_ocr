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72" r:id="rId2"/>
    <p:sldId id="281" r:id="rId3"/>
  </p:sldIdLst>
  <p:sldSz cx="9144000" cy="5143500" type="screen16x9"/>
  <p:notesSz cx="6858000" cy="9144000"/>
  <p:embeddedFontLst>
    <p:embeddedFont>
      <p:font typeface="Lato" panose="020B0604020202020204" charset="0"/>
      <p:regular r:id="rId5"/>
      <p:bold r:id="rId6"/>
      <p:italic r:id="rId7"/>
      <p:boldItalic r:id="rId8"/>
    </p:embeddedFont>
    <p:embeddedFont>
      <p:font typeface="Raleway" panose="020B0604020202020204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87821" y="730533"/>
            <a:ext cx="8368363" cy="17325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750" b="0" i="0" baseline="0">
                <a:solidFill>
                  <a:schemeClr val="bg1">
                    <a:lumMod val="5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en-US" dirty="0"/>
              <a:t>CLICK TO EDITE SUBTITLE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387821" y="282615"/>
            <a:ext cx="8368363" cy="40945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4682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 userDrawn="1"/>
        </p:nvSpPr>
        <p:spPr>
          <a:xfrm>
            <a:off x="4192075" y="3179804"/>
            <a:ext cx="3251200" cy="1963697"/>
          </a:xfrm>
          <a:custGeom>
            <a:avLst/>
            <a:gdLst>
              <a:gd name="connsiteX0" fmla="*/ 3251199 w 6502399"/>
              <a:gd name="connsiteY0" fmla="*/ 0 h 3927393"/>
              <a:gd name="connsiteX1" fmla="*/ 6502399 w 6502399"/>
              <a:gd name="connsiteY1" fmla="*/ 3251200 h 3927393"/>
              <a:gd name="connsiteX2" fmla="*/ 6436346 w 6502399"/>
              <a:gd name="connsiteY2" fmla="*/ 3906430 h 3927393"/>
              <a:gd name="connsiteX3" fmla="*/ 6430956 w 6502399"/>
              <a:gd name="connsiteY3" fmla="*/ 3927393 h 3927393"/>
              <a:gd name="connsiteX4" fmla="*/ 71442 w 6502399"/>
              <a:gd name="connsiteY4" fmla="*/ 3927393 h 3927393"/>
              <a:gd name="connsiteX5" fmla="*/ 66052 w 6502399"/>
              <a:gd name="connsiteY5" fmla="*/ 3906430 h 3927393"/>
              <a:gd name="connsiteX6" fmla="*/ 0 w 6502399"/>
              <a:gd name="connsiteY6" fmla="*/ 3251200 h 3927393"/>
              <a:gd name="connsiteX7" fmla="*/ 3251199 w 6502399"/>
              <a:gd name="connsiteY7" fmla="*/ 0 h 392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02399" h="3927393">
                <a:moveTo>
                  <a:pt x="3251199" y="0"/>
                </a:moveTo>
                <a:cubicBezTo>
                  <a:pt x="5046787" y="0"/>
                  <a:pt x="6502399" y="1455612"/>
                  <a:pt x="6502399" y="3251200"/>
                </a:cubicBezTo>
                <a:cubicBezTo>
                  <a:pt x="6502399" y="3475649"/>
                  <a:pt x="6479655" y="3694785"/>
                  <a:pt x="6436346" y="3906430"/>
                </a:cubicBezTo>
                <a:lnTo>
                  <a:pt x="6430956" y="3927393"/>
                </a:lnTo>
                <a:lnTo>
                  <a:pt x="71442" y="3927393"/>
                </a:lnTo>
                <a:lnTo>
                  <a:pt x="66052" y="3906430"/>
                </a:lnTo>
                <a:cubicBezTo>
                  <a:pt x="22743" y="3694785"/>
                  <a:pt x="0" y="3475649"/>
                  <a:pt x="0" y="3251200"/>
                </a:cubicBezTo>
                <a:cubicBezTo>
                  <a:pt x="0" y="1455612"/>
                  <a:pt x="1455611" y="0"/>
                  <a:pt x="32511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4425951" y="1"/>
            <a:ext cx="4718050" cy="4229099"/>
          </a:xfrm>
          <a:custGeom>
            <a:avLst/>
            <a:gdLst>
              <a:gd name="connsiteX0" fmla="*/ 807227 w 9436100"/>
              <a:gd name="connsiteY0" fmla="*/ 0 h 8458199"/>
              <a:gd name="connsiteX1" fmla="*/ 9436100 w 9436100"/>
              <a:gd name="connsiteY1" fmla="*/ 0 h 8458199"/>
              <a:gd name="connsiteX2" fmla="*/ 9436100 w 9436100"/>
              <a:gd name="connsiteY2" fmla="*/ 6894490 h 8458199"/>
              <a:gd name="connsiteX3" fmla="*/ 9313386 w 9436100"/>
              <a:gd name="connsiteY3" fmla="*/ 7011487 h 8458199"/>
              <a:gd name="connsiteX4" fmla="*/ 5568950 w 9436100"/>
              <a:gd name="connsiteY4" fmla="*/ 8458199 h 8458199"/>
              <a:gd name="connsiteX5" fmla="*/ 0 w 9436100"/>
              <a:gd name="connsiteY5" fmla="*/ 2889249 h 8458199"/>
              <a:gd name="connsiteX6" fmla="*/ 806236 w 9436100"/>
              <a:gd name="connsiteY6" fmla="*/ 1546 h 8458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100" h="8458199">
                <a:moveTo>
                  <a:pt x="807227" y="0"/>
                </a:moveTo>
                <a:lnTo>
                  <a:pt x="9436100" y="0"/>
                </a:lnTo>
                <a:lnTo>
                  <a:pt x="9436100" y="6894490"/>
                </a:lnTo>
                <a:lnTo>
                  <a:pt x="9313386" y="7011487"/>
                </a:lnTo>
                <a:cubicBezTo>
                  <a:pt x="8324412" y="7910354"/>
                  <a:pt x="7010659" y="8458199"/>
                  <a:pt x="5568950" y="8458199"/>
                </a:cubicBezTo>
                <a:cubicBezTo>
                  <a:pt x="2493304" y="8458199"/>
                  <a:pt x="0" y="5964895"/>
                  <a:pt x="0" y="2889249"/>
                </a:cubicBezTo>
                <a:cubicBezTo>
                  <a:pt x="0" y="1831996"/>
                  <a:pt x="294619" y="843554"/>
                  <a:pt x="806236" y="1546"/>
                </a:cubicBezTo>
                <a:close/>
              </a:path>
            </a:pathLst>
          </a:custGeom>
          <a:pattFill prst="dkUpDiag">
            <a:fgClr>
              <a:schemeClr val="bg1">
                <a:lumMod val="65000"/>
              </a:schemeClr>
            </a:fgClr>
            <a:bgClr>
              <a:schemeClr val="bg1">
                <a:lumMod val="75000"/>
              </a:schemeClr>
            </a:bgClr>
          </a:pattFill>
        </p:spPr>
        <p:txBody>
          <a:bodyPr wrap="square">
            <a:noAutofit/>
          </a:bodyPr>
          <a:lstStyle>
            <a:lvl1pPr>
              <a:defRPr sz="1014">
                <a:solidFill>
                  <a:srgbClr val="00B0F0"/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2702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4469" y="2378899"/>
            <a:ext cx="2297587" cy="626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75000"/>
              </a:lnSpc>
            </a:pPr>
            <a:r>
              <a:rPr lang="en-US" sz="2700" b="1" spc="-75" dirty="0" smtClean="0">
                <a:solidFill>
                  <a:schemeClr val="accent1"/>
                </a:solidFill>
                <a:latin typeface="Sora" pitchFamily="2" charset="0"/>
                <a:ea typeface="Montserrat" charset="0"/>
                <a:cs typeface="Sora" pitchFamily="2" charset="0"/>
              </a:rPr>
              <a:t>Use Case </a:t>
            </a:r>
            <a:r>
              <a:rPr lang="en-US" sz="2700" b="1" spc="-75" dirty="0" smtClean="0">
                <a:latin typeface="Sora" pitchFamily="2" charset="0"/>
                <a:ea typeface="Montserrat" charset="0"/>
                <a:cs typeface="Sora" pitchFamily="2" charset="0"/>
              </a:rPr>
              <a:t>Presentation</a:t>
            </a:r>
            <a:endParaRPr lang="en-US" sz="2700" b="1" spc="-75" dirty="0">
              <a:latin typeface="Sora" pitchFamily="2" charset="0"/>
              <a:ea typeface="Montserrat" charset="0"/>
              <a:cs typeface="Sora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15015" y="3078859"/>
            <a:ext cx="1392425" cy="9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1" dirty="0" err="1" smtClean="0">
                <a:latin typeface="Sora" pitchFamily="2" charset="0"/>
                <a:ea typeface="Montserrat" charset="0"/>
                <a:cs typeface="Sora" pitchFamily="2" charset="0"/>
              </a:rPr>
              <a:t>Aadhar</a:t>
            </a:r>
            <a:r>
              <a:rPr lang="en-US" sz="800" b="1" dirty="0" smtClean="0">
                <a:latin typeface="Sora" pitchFamily="2" charset="0"/>
                <a:ea typeface="Montserrat" charset="0"/>
                <a:cs typeface="Sora" pitchFamily="2" charset="0"/>
              </a:rPr>
              <a:t> Masking</a:t>
            </a:r>
            <a:endParaRPr lang="en-US" sz="800" b="1" dirty="0">
              <a:latin typeface="Sora" pitchFamily="2" charset="0"/>
              <a:ea typeface="Montserrat" charset="0"/>
              <a:cs typeface="Sor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5891DE-2E78-4BBA-9725-D3355845B2E3}"/>
              </a:ext>
            </a:extLst>
          </p:cNvPr>
          <p:cNvSpPr/>
          <p:nvPr/>
        </p:nvSpPr>
        <p:spPr>
          <a:xfrm>
            <a:off x="1315015" y="3218710"/>
            <a:ext cx="2166427" cy="117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28647">
              <a:lnSpc>
                <a:spcPct val="120000"/>
              </a:lnSpc>
            </a:pPr>
            <a:r>
              <a:rPr lang="en-US" sz="700" dirty="0" smtClean="0">
                <a:latin typeface="Sora Light" pitchFamily="2" charset="0"/>
                <a:cs typeface="Sora Light" pitchFamily="2" charset="0"/>
              </a:rPr>
              <a:t>Dwaipayan Dutta</a:t>
            </a:r>
            <a:endParaRPr lang="en-US" sz="700" dirty="0">
              <a:latin typeface="Sora Light" pitchFamily="2" charset="0"/>
              <a:cs typeface="Sora Light" pitchFamily="2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9874" y="191751"/>
            <a:ext cx="8653806" cy="4786460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pic>
        <p:nvPicPr>
          <p:cNvPr id="2050" name="Picture 2" descr="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88" y="3007571"/>
            <a:ext cx="423001" cy="42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Placeholder 11"/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5950" y="0"/>
            <a:ext cx="4718050" cy="4229099"/>
          </a:xfrm>
        </p:spPr>
      </p:pic>
    </p:spTree>
    <p:extLst>
      <p:ext uri="{BB962C8B-B14F-4D97-AF65-F5344CB8AC3E}">
        <p14:creationId xmlns:p14="http://schemas.microsoft.com/office/powerpoint/2010/main" val="15359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289874" y="191751"/>
            <a:ext cx="8653806" cy="4786460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pic>
        <p:nvPicPr>
          <p:cNvPr id="4102" name="Picture 6" descr="Circle"/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080" y="48200"/>
            <a:ext cx="611920" cy="61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1898129" y="760998"/>
            <a:ext cx="5730136" cy="3147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2700" b="1" spc="-75" dirty="0" smtClean="0">
                <a:solidFill>
                  <a:schemeClr val="tx1"/>
                </a:solidFill>
                <a:latin typeface="Sora" pitchFamily="2" charset="0"/>
                <a:ea typeface="Montserrat" charset="0"/>
                <a:cs typeface="Sora" pitchFamily="2" charset="0"/>
              </a:rPr>
              <a:t>Thank</a:t>
            </a:r>
            <a:r>
              <a:rPr lang="en-US" sz="2700" b="1" spc="-75" dirty="0" smtClean="0">
                <a:solidFill>
                  <a:schemeClr val="accent5">
                    <a:lumMod val="50000"/>
                  </a:schemeClr>
                </a:solidFill>
                <a:latin typeface="Sora" pitchFamily="2" charset="0"/>
                <a:ea typeface="Montserrat" charset="0"/>
                <a:cs typeface="Sora" pitchFamily="2" charset="0"/>
              </a:rPr>
              <a:t> You!!</a:t>
            </a:r>
            <a:endParaRPr lang="en-US" sz="2700" b="1" spc="-75" dirty="0">
              <a:solidFill>
                <a:schemeClr val="accent5">
                  <a:lumMod val="50000"/>
                </a:schemeClr>
              </a:solidFill>
              <a:latin typeface="Sora" pitchFamily="2" charset="0"/>
              <a:ea typeface="Montserrat" charset="0"/>
              <a:cs typeface="S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66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1923</TotalTime>
  <Words>10</Words>
  <Application>Microsoft Office PowerPoint</Application>
  <PresentationFormat>On-screen Show (16:9)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Sora</vt:lpstr>
      <vt:lpstr>Lato</vt:lpstr>
      <vt:lpstr>Arial</vt:lpstr>
      <vt:lpstr>Roboto</vt:lpstr>
      <vt:lpstr>Montserrat</vt:lpstr>
      <vt:lpstr>Raleway</vt:lpstr>
      <vt:lpstr>Sora Light</vt:lpstr>
      <vt:lpstr>Streamline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DocumentAI</dc:title>
  <cp:lastModifiedBy>Dwaipayan</cp:lastModifiedBy>
  <cp:revision>29</cp:revision>
  <dcterms:modified xsi:type="dcterms:W3CDTF">2025-11-05T05:02:28Z</dcterms:modified>
</cp:coreProperties>
</file>